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8.jpeg" /><Relationship Id="rId4" Type="http://schemas.openxmlformats.org/officeDocument/2006/relationships/image" Target="../media/image7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747242" y="2282105"/>
            <a:ext cx="11028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SENTNEL-AI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2008677" y="5549095"/>
            <a:ext cx="3483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AH-45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261440" y="3982837"/>
            <a:ext cx="47447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R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Bharath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Shrishanth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L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Nakul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C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F80C44-61E7-CF1D-F718-159C6261F155}"/>
              </a:ext>
            </a:extLst>
          </p:cNvPr>
          <p:cNvSpPr txBox="1"/>
          <p:nvPr/>
        </p:nvSpPr>
        <p:spPr>
          <a:xfrm>
            <a:off x="1131981" y="4019452"/>
            <a:ext cx="4744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SYNTHETIX</a:t>
            </a:r>
          </a:p>
        </p:txBody>
      </p:sp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F81D9-405D-2B75-24AC-F9F0F8D84DE1}"/>
              </a:ext>
            </a:extLst>
          </p:cNvPr>
          <p:cNvSpPr txBox="1"/>
          <p:nvPr/>
        </p:nvSpPr>
        <p:spPr>
          <a:xfrm>
            <a:off x="1566386" y="1105407"/>
            <a:ext cx="9682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Theme &amp; Problem Statement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C5889C-223A-02F8-4450-893639EF612F}"/>
              </a:ext>
            </a:extLst>
          </p:cNvPr>
          <p:cNvSpPr txBox="1"/>
          <p:nvPr/>
        </p:nvSpPr>
        <p:spPr>
          <a:xfrm>
            <a:off x="1566386" y="2700125"/>
            <a:ext cx="90592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Theme: </a:t>
            </a:r>
            <a:r>
              <a:rPr lang="en-IN" b="1" dirty="0"/>
              <a:t>AGENTIC AI AND MULTI AGENT SYSTEMS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IN" b="1" dirty="0"/>
              <a:t>SENTINEL AI is the lack of a unified intelligent platform to detect cyber threats, identify unauthorized access, investigate suspicious activities, assess risks, and recommend appropriate security responses across different organizations.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3601879" y="1132311"/>
            <a:ext cx="886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dirty="0">
                <a:sym typeface="Archivo Black"/>
              </a:rPr>
              <a:t>Proposed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8C4BC1-1646-02B9-ABEB-E58264F534EF}"/>
              </a:ext>
            </a:extLst>
          </p:cNvPr>
          <p:cNvSpPr txBox="1"/>
          <p:nvPr/>
        </p:nvSpPr>
        <p:spPr>
          <a:xfrm>
            <a:off x="1496535" y="2753932"/>
            <a:ext cx="91989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Intelligent Threat Detection: Uses specialized AI agents to identify suspicious activities, unauthorized access, and potential cyber threats from security logs.
Automated Investigation &amp; Risk Assessment: </a:t>
            </a:r>
            <a:r>
              <a:rPr lang="en-IN" b="1" dirty="0" err="1"/>
              <a:t>Analyzes</a:t>
            </a:r>
            <a:r>
              <a:rPr lang="en-IN" b="1" dirty="0"/>
              <a:t> security incidents, creates timelines, calculates risk scores, and verifies digital document integrity using SHA-256.
Smart Response &amp; Monitoring: Recommends suitable security actions for human approval, verifies simulated responses, and maintains investigation reports and audit records.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4319159" y="520885"/>
            <a:ext cx="9804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GB" dirty="0">
                <a:sym typeface="Archivo Black"/>
              </a:rPr>
              <a:t>How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75E37-ACCF-F107-35F1-A1C3FCDAD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00001" r="78092" b="-7570"/>
          <a:stretch>
            <a:fillRect/>
          </a:stretch>
        </p:blipFill>
        <p:spPr>
          <a:xfrm>
            <a:off x="1960825" y="5282135"/>
            <a:ext cx="1551519" cy="2542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74A8C0-2C90-70B0-1020-599DE8BB80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593" y="1637352"/>
            <a:ext cx="8707437" cy="482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3211878" y="919162"/>
            <a:ext cx="9804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IN" dirty="0"/>
              <a:t>What we will Build</a:t>
            </a:r>
            <a:endParaRPr lang="en-GB" dirty="0">
              <a:sym typeface="Archivo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8C346A-B50A-780C-372B-75B2FD24002D}"/>
              </a:ext>
            </a:extLst>
          </p:cNvPr>
          <p:cNvSpPr txBox="1"/>
          <p:nvPr/>
        </p:nvSpPr>
        <p:spPr>
          <a:xfrm>
            <a:off x="1292860" y="2327634"/>
            <a:ext cx="96062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US" b="1" dirty="0"/>
              <a:t>Unified Security Dashboard: A single web application with eight configurable organizational profiles.</a:t>
            </a:r>
            <a:endParaRPr lang="en-IN" b="1" dirty="0"/>
          </a:p>
          <a:p>
            <a:pPr marL="342900" indent="-342900" algn="l">
              <a:buAutoNum type="arabicPeriod"/>
            </a:pPr>
            <a:r>
              <a:rPr lang="en-US" b="1" dirty="0"/>
              <a:t>Threat Detection: Identify suspicious activities from uploaded or synthetic security logs.</a:t>
            </a:r>
            <a:endParaRPr lang="en-IN" b="1" dirty="0"/>
          </a:p>
          <a:p>
            <a:pPr marL="342900" indent="-342900" algn="l">
              <a:buAutoNum type="arabicPeriod"/>
            </a:pPr>
            <a:r>
              <a:rPr lang="en-US" b="1" dirty="0"/>
              <a:t> Multi-Agent Investigation: Five specialized agents detect threats, investigate incidents, assess risks, recommend responses, and verify outcomes</a:t>
            </a:r>
            <a:r>
              <a:rPr lang="en-IN" b="1" dirty="0"/>
              <a:t>.</a:t>
            </a:r>
          </a:p>
          <a:p>
            <a:pPr marL="342900" indent="-342900" algn="l">
              <a:buAutoNum type="arabicPeriod"/>
            </a:pPr>
            <a:r>
              <a:rPr lang="en-US" b="1" dirty="0"/>
              <a:t> Risk Assessment: Calculate and display explainable risk scores with incident timelines</a:t>
            </a:r>
            <a:r>
              <a:rPr lang="en-IN" b="1" dirty="0"/>
              <a:t>.</a:t>
            </a:r>
          </a:p>
          <a:p>
            <a:pPr marL="342900" indent="-342900" algn="l">
              <a:buAutoNum type="arabicPeriod"/>
            </a:pPr>
            <a:r>
              <a:rPr lang="en-US" b="1" dirty="0"/>
              <a:t> Document Integrity: Use SHA-256 hashing to verify whether documents match their reference versions.</a:t>
            </a:r>
            <a:endParaRPr lang="en-IN" b="1" dirty="0"/>
          </a:p>
          <a:p>
            <a:pPr marL="342900" indent="-342900" algn="l">
              <a:buAutoNum type="arabicPeriod"/>
            </a:pPr>
            <a:r>
              <a:rPr lang="en-US" b="1" dirty="0"/>
              <a:t> Human-Approved Response: Recommend security actions, simulate approved responses, and verify their outcomes.</a:t>
            </a:r>
            <a:endParaRPr lang="en-IN" b="1" dirty="0"/>
          </a:p>
          <a:p>
            <a:pPr marL="342900" indent="-342900" algn="l">
              <a:buAutoNum type="arabicPeriod"/>
            </a:pPr>
            <a:r>
              <a:rPr lang="en-US" b="1" dirty="0"/>
              <a:t> Reports &amp; Audit Trail: Store incident records and generate downloadable investigation reports.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194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Bharath choudhary</cp:lastModifiedBy>
  <cp:revision>12</cp:revision>
  <dcterms:created xsi:type="dcterms:W3CDTF">2026-10-16T15:16:25Z</dcterms:created>
  <dcterms:modified xsi:type="dcterms:W3CDTF">2026-10-30T03:41:36Z</dcterms:modified>
</cp:coreProperties>
</file>